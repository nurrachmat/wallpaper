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7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5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851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668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5130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26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5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615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536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32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29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7627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4262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913EA3-9F91-42E8-8C45-7692408806D7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8C0103-699F-410B-8A1E-A89C0861D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0065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417603" y="1180407"/>
            <a:ext cx="7541044" cy="5054138"/>
            <a:chOff x="1845043" y="334438"/>
            <a:chExt cx="8724124" cy="6523562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9" t="1905" r="1004" b="1905"/>
            <a:stretch/>
          </p:blipFill>
          <p:spPr>
            <a:xfrm>
              <a:off x="1845043" y="334438"/>
              <a:ext cx="8724124" cy="5942153"/>
            </a:xfrm>
            <a:prstGeom prst="rect">
              <a:avLst/>
            </a:prstGeom>
          </p:spPr>
        </p:pic>
        <p:pic>
          <p:nvPicPr>
            <p:cNvPr id="5" name="Picture 4"/>
            <p:cNvPicPr>
              <a:picLocks noChangeAspect="1"/>
            </p:cNvPicPr>
            <p:nvPr/>
          </p:nvPicPr>
          <p:blipFill rotWithShape="1">
            <a:blip r:embed="rId3"/>
            <a:srcRect t="6465" b="8425"/>
            <a:stretch/>
          </p:blipFill>
          <p:spPr>
            <a:xfrm>
              <a:off x="3148908" y="5629568"/>
              <a:ext cx="6284348" cy="12284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51048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Picture 9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5" t="15057" r="6368" b="8645"/>
          <a:stretch/>
        </p:blipFill>
        <p:spPr>
          <a:xfrm>
            <a:off x="2951016" y="1147156"/>
            <a:ext cx="6442365" cy="379060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/>
          <a:srcRect l="3713" t="8691" r="377" b="10652"/>
          <a:stretch/>
        </p:blipFill>
        <p:spPr>
          <a:xfrm>
            <a:off x="3442589" y="4898907"/>
            <a:ext cx="5577841" cy="10889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1" name="Picture 100"/>
          <p:cNvPicPr>
            <a:picLocks noChangeAspect="1"/>
          </p:cNvPicPr>
          <p:nvPr/>
        </p:nvPicPr>
        <p:blipFill rotWithShape="1">
          <a:blip r:embed="rId4"/>
          <a:srcRect b="7522"/>
          <a:stretch/>
        </p:blipFill>
        <p:spPr>
          <a:xfrm>
            <a:off x="2898994" y="561379"/>
            <a:ext cx="990738" cy="510964"/>
          </a:xfrm>
          <a:prstGeom prst="rect">
            <a:avLst/>
          </a:prstGeom>
        </p:spPr>
      </p:pic>
      <p:sp>
        <p:nvSpPr>
          <p:cNvPr id="102" name="TextBox 101"/>
          <p:cNvSpPr txBox="1"/>
          <p:nvPr/>
        </p:nvSpPr>
        <p:spPr>
          <a:xfrm>
            <a:off x="2927728" y="307826"/>
            <a:ext cx="933269" cy="276999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smtClean="0"/>
              <a:t>Meja Dosen</a:t>
            </a:r>
            <a:endParaRPr lang="en-US" sz="1200"/>
          </a:p>
        </p:txBody>
      </p:sp>
      <p:sp>
        <p:nvSpPr>
          <p:cNvPr id="103" name="Rectangle 102"/>
          <p:cNvSpPr/>
          <p:nvPr/>
        </p:nvSpPr>
        <p:spPr>
          <a:xfrm>
            <a:off x="2898994" y="284379"/>
            <a:ext cx="6519326" cy="471157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4" name="Picture 1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3194" y="284379"/>
            <a:ext cx="2534004" cy="323895"/>
          </a:xfrm>
          <a:prstGeom prst="rect">
            <a:avLst/>
          </a:prstGeom>
        </p:spPr>
      </p:pic>
      <p:pic>
        <p:nvPicPr>
          <p:cNvPr id="106" name="Picture 10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1016" y="1072342"/>
            <a:ext cx="6442365" cy="6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4964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299</TotalTime>
  <Words>2</Words>
  <Application>Microsoft Office PowerPoint</Application>
  <PresentationFormat>Widescreen</PresentationFormat>
  <Paragraphs>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haiyunizar</dc:creator>
  <cp:lastModifiedBy>haiyunizar</cp:lastModifiedBy>
  <cp:revision>12</cp:revision>
  <cp:lastPrinted>2026-09-16T03:37:48Z</cp:lastPrinted>
  <dcterms:created xsi:type="dcterms:W3CDTF">2026-09-16T01:23:37Z</dcterms:created>
  <dcterms:modified xsi:type="dcterms:W3CDTF">2026-09-16T06:26:49Z</dcterms:modified>
</cp:coreProperties>
</file>